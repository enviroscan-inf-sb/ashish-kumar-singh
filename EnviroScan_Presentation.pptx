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EnviroScan</a:t>
            </a:r>
          </a:p>
          <a:p>
            <a:r>
              <a:t>AI-Powered Pollution Source Identifier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A Machine Learning &amp; Geospatial Analytics Based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Pollution systems measure levels but not sources</a:t>
            </a:r>
          </a:p>
          <a:p>
            <a:r>
              <a:t>• EnviroScan solves this using AI + GIS + Weather Data</a:t>
            </a:r>
          </a:p>
          <a:p>
            <a:r>
              <a:t>• Supports real-time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pollution sources</a:t>
            </a:r>
          </a:p>
          <a:p>
            <a:r>
              <a:t>• Provide hotspot heatmaps</a:t>
            </a:r>
          </a:p>
          <a:p>
            <a:r>
              <a:t>• Offer alerts &amp; dashboards</a:t>
            </a:r>
          </a:p>
          <a:p>
            <a:r>
              <a:t>• Assist policymakers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flow of data sources → processing → ML → dashboard</a:t>
            </a:r>
          </a:p>
        </p:txBody>
      </p:sp>
      <p:pic>
        <p:nvPicPr>
          <p:cNvPr id="4" name="Picture 3" descr="Screenshot 2025-11-17 1905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26520"/>
            <a:ext cx="7148052" cy="3049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ML Data Flow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Illustration of end-to-end ML pipeline from sensors to dashboard</a:t>
            </a:r>
          </a:p>
        </p:txBody>
      </p:sp>
      <p:pic>
        <p:nvPicPr>
          <p:cNvPr id="4" name="Picture 3" descr="Screenshot 2025-11-17 19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7" y="2976715"/>
            <a:ext cx="6636773" cy="2281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OpenAQ API: Pollutants</a:t>
            </a:r>
          </a:p>
          <a:p>
            <a:r>
              <a:t>• Weather API: Temperature, Wind</a:t>
            </a:r>
          </a:p>
          <a:p>
            <a:r>
              <a:t>• OSMnx: Roads, Factories</a:t>
            </a:r>
          </a:p>
          <a:p>
            <a:r>
              <a:t>• Unified dataset 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 handling</a:t>
            </a:r>
          </a:p>
          <a:p>
            <a:r>
              <a:t>• Proximity scoring</a:t>
            </a:r>
          </a:p>
          <a:p>
            <a:r>
              <a:t>• Temporal filters</a:t>
            </a:r>
          </a:p>
          <a:p>
            <a:r>
              <a:t>• Normalization</a:t>
            </a:r>
          </a:p>
          <a:p>
            <a:r>
              <a:t>• Final ML-ready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• Random Forest</a:t>
            </a:r>
          </a:p>
          <a:p>
            <a:r>
              <a:t>• XGBoost</a:t>
            </a:r>
          </a:p>
          <a:p>
            <a:r>
              <a:t>• Decision Tree</a:t>
            </a:r>
          </a:p>
          <a:p>
            <a:endParaRPr/>
          </a:p>
          <a:p>
            <a:r>
              <a:t>Evaluated using accuracy, F1 score, confusion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Geospatial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Pollution heatmaps</a:t>
            </a:r>
          </a:p>
          <a:p>
            <a:r>
              <a:t>• Source markers</a:t>
            </a:r>
          </a:p>
          <a:p>
            <a:r>
              <a:t>• High-risk zones</a:t>
            </a:r>
          </a:p>
          <a:p>
            <a:r>
              <a:t>• Folium-based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Dashboard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predictions</a:t>
            </a:r>
          </a:p>
          <a:p>
            <a:r>
              <a:t>• Heatmaps</a:t>
            </a:r>
          </a:p>
          <a:p>
            <a:r>
              <a:t>• Alerts</a:t>
            </a:r>
          </a:p>
          <a:p>
            <a:r>
              <a:t>• Charts</a:t>
            </a:r>
          </a:p>
          <a:p>
            <a:r>
              <a:t>• Data export options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3C9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EnviroScan delivers:</a:t>
            </a:r>
          </a:p>
          <a:p>
            <a:r>
              <a:t>• Pollution source intelligence</a:t>
            </a:r>
          </a:p>
          <a:p>
            <a:r>
              <a:t>• GIS-based monitoring</a:t>
            </a:r>
          </a:p>
          <a:p>
            <a:r>
              <a:t>• Real-time insights</a:t>
            </a:r>
          </a:p>
          <a:p>
            <a:r>
              <a:t>• Actionable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EnviroScan AI-Powered Pollution Source Identifier</vt:lpstr>
      <vt:lpstr>Introduction</vt:lpstr>
      <vt:lpstr>Objective</vt:lpstr>
      <vt:lpstr>System Architecture</vt:lpstr>
      <vt:lpstr>ML Data Flow &amp; Workflow</vt:lpstr>
      <vt:lpstr>Data Collection</vt:lpstr>
      <vt:lpstr>Feature Engineering</vt:lpstr>
      <vt:lpstr>Model Training</vt:lpstr>
      <vt:lpstr>Geospatial Mapping</vt:lpstr>
      <vt:lpstr>Dashboard (Streamlit)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PRITAM KUMAR</dc:creator>
  <cp:keywords/>
  <dc:description>generated using python-pptx</dc:description>
  <cp:lastModifiedBy>PRITAM KUMAR</cp:lastModifiedBy>
  <cp:revision>2</cp:revision>
  <dcterms:created xsi:type="dcterms:W3CDTF">2013-01-27T09:14:16Z</dcterms:created>
  <dcterms:modified xsi:type="dcterms:W3CDTF">2025-11-17T13:41:58Z</dcterms:modified>
  <cp:category/>
</cp:coreProperties>
</file>